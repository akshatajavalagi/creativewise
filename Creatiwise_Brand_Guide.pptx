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2.png"/><Relationship Id="rId9" Type="http://schemas.openxmlformats.org/officeDocument/2006/relationships/image" Target="../media/image-9-2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685800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85800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85800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85800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786384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786384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86384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86384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86968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86968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86968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886968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987552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87552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987552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987552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088136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088136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088136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088136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1887200" y="45720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1887200" y="201168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1887200" y="356616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11887200" y="5120640"/>
            <a:ext cx="64008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514600"/>
            <a:ext cx="34747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CREATIWISE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Design  ·  Color System  ·  Typography  ·  Usage Rules  ·  Mockups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 ·  2025  ·  Creatiwise.com</a:t>
            </a:r>
            <a:endParaRPr lang="en-US" sz="850" dirty="0"/>
          </a:p>
        </p:txBody>
      </p:sp>
      <p:pic>
        <p:nvPicPr>
          <p:cNvPr id="32" name="Image 0" descr="/home/claude/creatiwise-brand/logo/creatiwise-icon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8412480" y="18288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LOGO DESIGN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Logo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lockup — preferred usage across all primary brand touchpoints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498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/home/claude/creatiwise-brand/logo/creatiwise-logo-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828800"/>
            <a:ext cx="576072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794760"/>
            <a:ext cx="7498080" cy="1828800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pic>
        <p:nvPicPr>
          <p:cNvPr id="10" name="Image 1" descr="/home/claude/creatiwise-brand/logo/creatiwise-logo-dar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71600" y="4069080"/>
            <a:ext cx="5760720" cy="1280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566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Components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412480" y="1097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09728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0" y="1161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Diamond Mark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595360" y="1444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icon symbolising precision and creativity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412480" y="228600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28600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95360" y="2350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⬛  Wordmark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595360" y="2633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CREATIWISE in bold condensed type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412480" y="347472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12480" y="347472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95360" y="3538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〰  Tagline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595360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DESIGN ·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LOGO VARIATIONS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7" name="Image 0" descr="/home/claude/creatiwise-brand/logo/creatiwise-logo-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329184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— Light BG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1188720"/>
            <a:ext cx="3657600" cy="2194560"/>
          </a:xfrm>
          <a:prstGeom prst="rect">
            <a:avLst/>
          </a:prstGeom>
          <a:solidFill>
            <a:srgbClr val="0F0A1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1" descr="/home/claude/creatiwise-brand/logo/creatiwise-logo-dar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508760"/>
            <a:ext cx="3291840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— Dark BG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412480" y="1188720"/>
            <a:ext cx="3657600" cy="2194560"/>
          </a:xfrm>
          <a:prstGeom prst="rect">
            <a:avLst/>
          </a:prstGeom>
          <a:solidFill>
            <a:srgbClr val="F8F7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2" descr="/home/claude/creatiwise-brand/logo/creatiwise-logo-mon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508760"/>
            <a:ext cx="3291840" cy="1554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Monochrome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572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Mark — Icon Only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standalone mark for app icons, favicons, social avatars, and small-scale applications.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4617720"/>
            <a:ext cx="1097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3" descr="/home/claude/creatiwise-brand/logo/creatiwise-ic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4360" y="4754880"/>
            <a:ext cx="822960" cy="8229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874520" y="4617720"/>
            <a:ext cx="1097280" cy="1097280"/>
          </a:xfrm>
          <a:prstGeom prst="rect">
            <a:avLst/>
          </a:prstGeom>
          <a:solidFill>
            <a:srgbClr val="0F0A1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4" descr="/home/claude/creatiwise-brand/logo/creatiwise-ic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11680" y="4754880"/>
            <a:ext cx="822960" cy="8229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91840" y="4617720"/>
            <a:ext cx="1097280" cy="1097280"/>
          </a:xfrm>
          <a:prstGeom prst="rect">
            <a:avLst/>
          </a:prstGeom>
          <a:solidFill>
            <a:srgbClr val="7C3AED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5" descr="/home/claude/creatiwise-brand/logo/creatiwise-ico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29000" y="4754880"/>
            <a:ext cx="822960" cy="8229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709160" y="4617720"/>
            <a:ext cx="1097280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6" descr="/home/claude/creatiwise-brand/logo/creatiwise-icon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46320" y="47548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COLOR SYSTEM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Color Palette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sleek, modern palette balancing depth with creative energy.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0" cy="1371600"/>
          </a:xfrm>
          <a:prstGeom prst="rect">
            <a:avLst/>
          </a:prstGeom>
          <a:solidFill>
            <a:srgbClr val="0F0A1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#0F0A1E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15·10·30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93·87·54·79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011680" y="3191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06240" y="1463040"/>
            <a:ext cx="3474720" cy="1371600"/>
          </a:xfrm>
          <a:prstGeom prst="rect">
            <a:avLst/>
          </a:prstGeom>
          <a:solidFill>
            <a:srgbClr val="7C3AED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70832" y="1938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Primary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294436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9718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#7C3AED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0" y="3191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124·58·237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52160" y="2971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50·75·0·7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52160" y="3191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046720" y="1463040"/>
            <a:ext cx="3474720" cy="1371600"/>
          </a:xfrm>
          <a:prstGeom prst="rect">
            <a:avLst/>
          </a:prstGeom>
          <a:solidFill>
            <a:srgbClr val="4F46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1938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Secondary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294436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9718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#4F46E5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38160" y="3191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79·70·229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92640" y="2971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67·70·0·10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692640" y="3191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3474720" cy="1371600"/>
          </a:xfrm>
          <a:prstGeom prst="rect">
            <a:avLst/>
          </a:prstGeom>
          <a:solidFill>
            <a:srgbClr val="06B6D4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096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0352" y="4407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41324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440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#06B6D4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5660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6·182·212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011680" y="5440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97·15·0·17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011680" y="5660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06240" y="3931920"/>
            <a:ext cx="3474720" cy="1371600"/>
          </a:xfrm>
          <a:prstGeom prst="rect">
            <a:avLst/>
          </a:prstGeom>
          <a:solidFill>
            <a:srgbClr val="EDE9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096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Lavender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370832" y="4407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 / BG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06240" y="541324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5440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#EDE9FE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97680" y="5660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237·233·254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852160" y="5440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7·7·0·0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852160" y="5660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046720" y="3931920"/>
            <a:ext cx="3474720" cy="1371600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4096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White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11312" y="4407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46720" y="5413248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440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0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#F8F7FF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38160" y="5660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248·247·255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692640" y="5440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3·3·0·0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692640" y="5660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Pantone —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TYPOGRAPHY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03520" cy="4023360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64008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Helvetica Neue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 |  Regular  |  Light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788920"/>
            <a:ext cx="4389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803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Dd Ee Ff Gg Hh Ii Jj Kk Ll Mm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 Oo Pp Qq Rr Ss Tt Uu Vv Ww Xx Yy Zz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 2 3 4 5 6 7 8 9 ! @ # $ % &amp; *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5303520" cy="4023360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188720"/>
            <a:ext cx="64008" cy="4023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/ Web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01968" y="1645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601968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 |  Medium  |  Regular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01968" y="2788920"/>
            <a:ext cx="4389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8803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Dd Ee Ff Gg Hh Ii Jj Kk Ll Mm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 Oo Pp Qq Rr Ss Tt Uu Vv Ww Xx Yy Zz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 2 3 4 5 6 7 8 9 ! @ # $ % &amp; *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37667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64px / Bold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40px / Bold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28px / Semibold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508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 / Regular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 / Regular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28700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87000" y="5742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10px / Bold · Spaced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LOGO USAGE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Do's &amp; Don'ts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4206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full-colour logo on white or light neutral backgrounds.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reversed (white) logo on dark or coloured backgrounds.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852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clear space equal to the height of the 'C' icon on all sides.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standalone icon mark for app icons and small-scale use.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950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provided logo files — do not recreate from scratch.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498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proportionally — never stretch or squish the logo.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1188720"/>
            <a:ext cx="54864" cy="4206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DON'T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71907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logo on a busy or low-contrast background.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26771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2304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Rotate, skew, or distort the logo in any direction.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281635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2852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Change, swap, or alter the brand colours.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36499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3401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drop shadows, outlines, or effects to the logo.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91363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3950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wordmark without the icon mark.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4462272"/>
            <a:ext cx="5303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4498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logo below 24px in height (use icon mark instead).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SPACING &amp; SIZING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Space &amp; Minimum Size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Space Rule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maintain a minimum clear space equal to the height of the icon mark (X) around all sides of the logo.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4572000" cy="2011680"/>
          </a:xfrm>
          <a:prstGeom prst="rect">
            <a:avLst/>
          </a:prstGeom>
          <a:solidFill>
            <a:srgbClr val="EDE9FE"/>
          </a:solidFill>
          <a:ln w="10160">
            <a:solidFill>
              <a:srgbClr val="A78BF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34440" y="233172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/home/claude/creatiwise-brand/logo/creatiwise-logo-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760" y="2560320"/>
            <a:ext cx="365760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85232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108960" y="20756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08960" y="3730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Height of icon mark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Sizes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83680" y="1600200"/>
            <a:ext cx="5120640" cy="658368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1600200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2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48272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200px wide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horizontal logo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3680" y="2404872"/>
            <a:ext cx="5120640" cy="658368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2404872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48272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48272" y="2724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40mm wide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4400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horizontal logo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583680" y="3209544"/>
            <a:ext cx="5120640" cy="658368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3209544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48272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mark only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48272" y="352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24px / 8mm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144000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these sizes use icon only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583680" y="4014216"/>
            <a:ext cx="5120640" cy="658368"/>
          </a:xfrm>
          <a:prstGeom prst="rect">
            <a:avLst/>
          </a:prstGeom>
          <a:solidFill>
            <a:srgbClr val="F8F7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4014216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48272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748272" y="4334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16×16 px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144000" y="4197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mark, simplified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MOCKUPS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 — Front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572000" cy="2560320"/>
          </a:xfrm>
          <a:prstGeom prst="rect">
            <a:avLst/>
          </a:prstGeom>
          <a:solidFill>
            <a:srgbClr val="0F0A1E"/>
          </a:solidFill>
          <a:ln w="12700">
            <a:solidFill>
              <a:srgbClr val="3B2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/home/claude/creatiwise-brand/logo/creatiwise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256032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487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Brand Designer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3218688"/>
            <a:ext cx="274320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alex@creatiwise.com  ·  creatiwise.com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 — Back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1463040"/>
            <a:ext cx="457200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B2A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2700000">
            <a:off x="5943600" y="1828800"/>
            <a:ext cx="73152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949440" y="1828800"/>
            <a:ext cx="73152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2700000">
            <a:off x="7955280" y="1828800"/>
            <a:ext cx="73152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961120" y="1828800"/>
            <a:ext cx="73152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20" name="Image 1" descr="/home/claude/creatiwise-brand/logo/creatiwise-icon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0" r="0" t="0" b="0"/>
          <a:stretch/>
        </p:blipFill>
        <p:spPr>
          <a:xfrm>
            <a:off x="7406640" y="1783080"/>
            <a:ext cx="1645920" cy="1645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69280" y="3520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CREATIWISE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7200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Signature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4526280"/>
            <a:ext cx="11247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452628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/home/claude/creatiwise-brand/logo/creatiwise-logo-col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4681728"/>
            <a:ext cx="2011680" cy="5029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2926080" y="4663440"/>
            <a:ext cx="0" cy="132588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108960" y="4663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108960" y="4983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Brand Designer  ·  Creatiwise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108960" y="5257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alex@creatiwise.com  ·  +91 98765 43210  ·  creatiwise.com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108960" y="557784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10896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 ·  Design  · 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DIGITAL MOCKUPS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Digital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Banner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7772400" cy="1920240"/>
          </a:xfrm>
          <a:prstGeom prst="rect">
            <a:avLst/>
          </a:prstGeom>
          <a:solidFill>
            <a:srgbClr val="0F0A1E"/>
          </a:solidFill>
          <a:ln w="12700">
            <a:solidFill>
              <a:srgbClr val="3B2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7724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54864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59436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73152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7724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82296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8686800" y="1554480"/>
            <a:ext cx="3200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pic>
        <p:nvPicPr>
          <p:cNvPr id="17" name="Image 0" descr="/home/claude/creatiwise-brand/logo/creatiwise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3474720" cy="868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Design · Technology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89520" y="3017520"/>
            <a:ext cx="548640" cy="548640"/>
          </a:xfrm>
          <a:prstGeom prst="ellipse">
            <a:avLst/>
          </a:prstGeom>
          <a:solidFill>
            <a:srgbClr val="0F0A1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56432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154680"/>
            <a:ext cx="896112" cy="896112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2" name="Image 1" descr="/home/claude/creatiwise-brand/logo/creatiwise-ic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3246120"/>
            <a:ext cx="713232" cy="7132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916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Creatiwise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691640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Branding Agency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9536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 / Social Avatar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595360" y="1463040"/>
            <a:ext cx="1280160" cy="128016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2" descr="/home/claude/creatiwise-brand/logo/creatiwise-ic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0" y="1645920"/>
            <a:ext cx="914400" cy="9144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0149840" y="1463040"/>
            <a:ext cx="1280160" cy="1280160"/>
          </a:xfrm>
          <a:prstGeom prst="ellipse">
            <a:avLst/>
          </a:prstGeom>
          <a:solidFill>
            <a:srgbClr val="0F0A1E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9" name="Image 3" descr="/home/claude/creatiwise-brand/logo/creatiwise-ic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32720" y="1645920"/>
            <a:ext cx="914400" cy="9144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595360" y="3017520"/>
            <a:ext cx="1280160" cy="1280160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1" name="Image 4" descr="/home/claude/creatiwise-brand/logo/creatiwise-ic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78240" y="3200400"/>
            <a:ext cx="914400" cy="9144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149840" y="3017520"/>
            <a:ext cx="1280160" cy="1280160"/>
          </a:xfrm>
          <a:prstGeom prst="ellipse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5" descr="/home/claude/creatiwise-brand/logo/creatiwise-ico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32720" y="3200400"/>
            <a:ext cx="914400" cy="914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95360" y="4681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8595360" y="4983480"/>
            <a:ext cx="731520" cy="731520"/>
          </a:xfrm>
          <a:prstGeom prst="rect">
            <a:avLst/>
          </a:prstGeom>
          <a:solidFill>
            <a:srgbClr val="7C3AED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36" name="Image 6" descr="/home/claude/creatiwise-brand/logo/creatiwise-icon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641080" y="5029200"/>
            <a:ext cx="640080" cy="640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595360" y="5788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64px</a:t>
            </a:r>
            <a:endParaRPr lang="en-US" sz="750" dirty="0"/>
          </a:p>
        </p:txBody>
      </p:sp>
      <p:sp>
        <p:nvSpPr>
          <p:cNvPr id="38" name="Shape 29"/>
          <p:cNvSpPr/>
          <p:nvPr/>
        </p:nvSpPr>
        <p:spPr>
          <a:xfrm>
            <a:off x="9784080" y="4983480"/>
            <a:ext cx="548640" cy="548640"/>
          </a:xfrm>
          <a:prstGeom prst="rect">
            <a:avLst/>
          </a:prstGeom>
          <a:solidFill>
            <a:srgbClr val="7C3AED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39" name="Image 7" descr="/home/claude/creatiwise-brand/logo/creatiwise-icon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829800" y="5029200"/>
            <a:ext cx="457200" cy="4572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784080" y="5605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32px</a:t>
            </a:r>
            <a:endParaRPr lang="en-US" sz="750" dirty="0"/>
          </a:p>
        </p:txBody>
      </p:sp>
      <p:sp>
        <p:nvSpPr>
          <p:cNvPr id="41" name="Shape 31"/>
          <p:cNvSpPr/>
          <p:nvPr/>
        </p:nvSpPr>
        <p:spPr>
          <a:xfrm>
            <a:off x="10972800" y="4983480"/>
            <a:ext cx="365760" cy="365760"/>
          </a:xfrm>
          <a:prstGeom prst="rect">
            <a:avLst/>
          </a:prstGeom>
          <a:solidFill>
            <a:srgbClr val="7C3AED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42" name="Image 8" descr="/home/claude/creatiwise-brand/logo/creatiwise-icon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018520" y="5029200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972800" y="5422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750" dirty="0"/>
          </a:p>
        </p:txBody>
      </p:sp>
      <p:sp>
        <p:nvSpPr>
          <p:cNvPr id="44" name="Text 33"/>
          <p:cNvSpPr/>
          <p:nvPr/>
        </p:nvSpPr>
        <p:spPr>
          <a:xfrm>
            <a:off x="457200" y="4315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Navigation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57200" y="4590288"/>
            <a:ext cx="7772400" cy="658368"/>
          </a:xfrm>
          <a:prstGeom prst="rect">
            <a:avLst/>
          </a:prstGeom>
          <a:solidFill>
            <a:srgbClr val="0F0A1E"/>
          </a:solidFill>
          <a:ln w="6350">
            <a:solidFill>
              <a:srgbClr val="3B2A6E"/>
            </a:solidFill>
            <a:prstDash val="solid"/>
          </a:ln>
        </p:spPr>
      </p:sp>
      <p:pic>
        <p:nvPicPr>
          <p:cNvPr id="46" name="Image 9" descr="/home/claude/creatiwise-brand/logo/creatiwise-logo-dark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40080" y="4700016"/>
            <a:ext cx="2011680" cy="43891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840480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48" name="Text 36"/>
          <p:cNvSpPr/>
          <p:nvPr/>
        </p:nvSpPr>
        <p:spPr>
          <a:xfrm>
            <a:off x="4498848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850" dirty="0"/>
          </a:p>
        </p:txBody>
      </p:sp>
      <p:sp>
        <p:nvSpPr>
          <p:cNvPr id="49" name="Text 37"/>
          <p:cNvSpPr/>
          <p:nvPr/>
        </p:nvSpPr>
        <p:spPr>
          <a:xfrm>
            <a:off x="5157216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850" dirty="0"/>
          </a:p>
        </p:txBody>
      </p:sp>
      <p:sp>
        <p:nvSpPr>
          <p:cNvPr id="50" name="Text 38"/>
          <p:cNvSpPr/>
          <p:nvPr/>
        </p:nvSpPr>
        <p:spPr>
          <a:xfrm>
            <a:off x="5815584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850" dirty="0"/>
          </a:p>
        </p:txBody>
      </p:sp>
      <p:sp>
        <p:nvSpPr>
          <p:cNvPr id="51" name="Text 39"/>
          <p:cNvSpPr/>
          <p:nvPr/>
        </p:nvSpPr>
        <p:spPr>
          <a:xfrm>
            <a:off x="6473952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850" dirty="0"/>
          </a:p>
        </p:txBody>
      </p:sp>
      <p:sp>
        <p:nvSpPr>
          <p:cNvPr id="52" name="Text 40"/>
          <p:cNvSpPr/>
          <p:nvPr/>
        </p:nvSpPr>
        <p:spPr>
          <a:xfrm>
            <a:off x="7132320" y="4773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50" dirty="0"/>
          </a:p>
        </p:txBody>
      </p:sp>
      <p:sp>
        <p:nvSpPr>
          <p:cNvPr id="53" name="Shape 41"/>
          <p:cNvSpPr/>
          <p:nvPr/>
        </p:nvSpPr>
        <p:spPr>
          <a:xfrm>
            <a:off x="7406640" y="4745736"/>
            <a:ext cx="6583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7406640" y="4745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Us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731520" y="45720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731520" y="201168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31520" y="356616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731520" y="512064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377440" y="45720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377440" y="201168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2377440" y="356616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2377440" y="512064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4023360" y="45720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4023360" y="201168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4023360" y="356616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4023360" y="512064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5669280" y="45720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5669280" y="201168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5669280" y="356616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5669280" y="512064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7315200" y="45720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7315200" y="201168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7315200" y="356616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7315200" y="5120640"/>
            <a:ext cx="914400" cy="91440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0" descr="/home/claude/creatiwise-brand/logo/creatiwise-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371600"/>
            <a:ext cx="6675120" cy="16459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200400" y="3310128"/>
            <a:ext cx="57607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0" y="34930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Design · Technology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286000" y="6355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  ·  Version 1.0  ·  2025  ·  creatiwise.com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Creatiwise Brand Guide</dc:title>
  <dc:subject>PptxGenJS Presentation</dc:subject>
  <dc:creator>PptxGenJS</dc:creator>
  <cp:lastModifiedBy>PptxGenJS</cp:lastModifiedBy>
  <cp:revision>1</cp:revision>
  <dcterms:created xsi:type="dcterms:W3CDTF">2026-04-11T15:30:48Z</dcterms:created>
  <dcterms:modified xsi:type="dcterms:W3CDTF">2026-04-11T15:30:48Z</dcterms:modified>
</cp:coreProperties>
</file>